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6F4D"/>
    <a:srgbClr val="EB0F29"/>
    <a:srgbClr val="FF6D00"/>
    <a:srgbClr val="273D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11423D-25B8-4162-A9BB-7B91DB8E9C77}" v="43" dt="2025-11-11T06:15:22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수영" userId="8faba588-db46-4ece-81e5-7c459342f7ac" providerId="ADAL" clId="{524BD429-DC1B-493F-920D-39A139B75F81}"/>
    <pc:docChg chg="undo custSel addSld delSld modSld">
      <pc:chgData name="김수영" userId="8faba588-db46-4ece-81e5-7c459342f7ac" providerId="ADAL" clId="{524BD429-DC1B-493F-920D-39A139B75F81}" dt="2025-11-11T06:16:11.206" v="609" actId="113"/>
      <pc:docMkLst>
        <pc:docMk/>
      </pc:docMkLst>
      <pc:sldChg chg="del">
        <pc:chgData name="김수영" userId="8faba588-db46-4ece-81e5-7c459342f7ac" providerId="ADAL" clId="{524BD429-DC1B-493F-920D-39A139B75F81}" dt="2025-11-10T07:12:32.075" v="106" actId="47"/>
        <pc:sldMkLst>
          <pc:docMk/>
          <pc:sldMk cId="1951648423" sldId="256"/>
        </pc:sldMkLst>
      </pc:sldChg>
      <pc:sldChg chg="del">
        <pc:chgData name="김수영" userId="8faba588-db46-4ece-81e5-7c459342f7ac" providerId="ADAL" clId="{524BD429-DC1B-493F-920D-39A139B75F81}" dt="2025-11-10T07:12:32.075" v="106" actId="47"/>
        <pc:sldMkLst>
          <pc:docMk/>
          <pc:sldMk cId="1904166376" sldId="258"/>
        </pc:sldMkLst>
      </pc:sldChg>
      <pc:sldChg chg="modSp mod">
        <pc:chgData name="김수영" userId="8faba588-db46-4ece-81e5-7c459342f7ac" providerId="ADAL" clId="{524BD429-DC1B-493F-920D-39A139B75F81}" dt="2025-11-10T07:19:45.716" v="108" actId="5736"/>
        <pc:sldMkLst>
          <pc:docMk/>
          <pc:sldMk cId="285467139" sldId="259"/>
        </pc:sldMkLst>
        <pc:graphicFrameChg chg="mod modGraphic">
          <ac:chgData name="김수영" userId="8faba588-db46-4ece-81e5-7c459342f7ac" providerId="ADAL" clId="{524BD429-DC1B-493F-920D-39A139B75F81}" dt="2025-11-10T07:19:26.444" v="107" actId="5736"/>
          <ac:graphicFrameMkLst>
            <pc:docMk/>
            <pc:sldMk cId="285467139" sldId="259"/>
            <ac:graphicFrameMk id="21" creationId="{EAAE2A99-5B7D-04ED-0EA5-965C45B46722}"/>
          </ac:graphicFrameMkLst>
        </pc:graphicFrameChg>
        <pc:graphicFrameChg chg="mod modGraphic">
          <ac:chgData name="김수영" userId="8faba588-db46-4ece-81e5-7c459342f7ac" providerId="ADAL" clId="{524BD429-DC1B-493F-920D-39A139B75F81}" dt="2025-11-10T07:19:45.716" v="108" actId="5736"/>
          <ac:graphicFrameMkLst>
            <pc:docMk/>
            <pc:sldMk cId="285467139" sldId="259"/>
            <ac:graphicFrameMk id="22" creationId="{1B208F7A-B11A-9DEE-BBB5-CD7CEB923215}"/>
          </ac:graphicFrameMkLst>
        </pc:graphicFrameChg>
      </pc:sldChg>
      <pc:sldChg chg="addSp delSp modSp mod">
        <pc:chgData name="김수영" userId="8faba588-db46-4ece-81e5-7c459342f7ac" providerId="ADAL" clId="{524BD429-DC1B-493F-920D-39A139B75F81}" dt="2025-11-10T07:20:26.319" v="112" actId="5736"/>
        <pc:sldMkLst>
          <pc:docMk/>
          <pc:sldMk cId="3991173609" sldId="260"/>
        </pc:sldMkLst>
        <pc:spChg chg="mod">
          <ac:chgData name="김수영" userId="8faba588-db46-4ece-81e5-7c459342f7ac" providerId="ADAL" clId="{524BD429-DC1B-493F-920D-39A139B75F81}" dt="2025-11-10T07:05:35.529" v="82" actId="207"/>
          <ac:spMkLst>
            <pc:docMk/>
            <pc:sldMk cId="3991173609" sldId="260"/>
            <ac:spMk id="4" creationId="{06B47076-3DFD-755F-879F-8228CF86F7BF}"/>
          </ac:spMkLst>
        </pc:spChg>
        <pc:spChg chg="del">
          <ac:chgData name="김수영" userId="8faba588-db46-4ece-81e5-7c459342f7ac" providerId="ADAL" clId="{524BD429-DC1B-493F-920D-39A139B75F81}" dt="2025-11-10T07:05:10.459" v="16" actId="478"/>
          <ac:spMkLst>
            <pc:docMk/>
            <pc:sldMk cId="3991173609" sldId="260"/>
            <ac:spMk id="5" creationId="{B78B7F92-439A-E2EC-3B03-A51453A611CC}"/>
          </ac:spMkLst>
        </pc:spChg>
        <pc:spChg chg="del">
          <ac:chgData name="김수영" userId="8faba588-db46-4ece-81e5-7c459342f7ac" providerId="ADAL" clId="{524BD429-DC1B-493F-920D-39A139B75F81}" dt="2025-11-10T07:05:10.459" v="16" actId="478"/>
          <ac:spMkLst>
            <pc:docMk/>
            <pc:sldMk cId="3991173609" sldId="260"/>
            <ac:spMk id="6" creationId="{CBF1EF3E-5BD6-5592-973B-12D38A2D95D0}"/>
          </ac:spMkLst>
        </pc:spChg>
        <pc:spChg chg="mod">
          <ac:chgData name="김수영" userId="8faba588-db46-4ece-81e5-7c459342f7ac" providerId="ADAL" clId="{524BD429-DC1B-493F-920D-39A139B75F81}" dt="2025-11-10T07:19:52.295" v="110" actId="164"/>
          <ac:spMkLst>
            <pc:docMk/>
            <pc:sldMk cId="3991173609" sldId="260"/>
            <ac:spMk id="7" creationId="{0FAA8871-1DAA-B801-402C-EA6C7B963FB8}"/>
          </ac:spMkLst>
        </pc:spChg>
        <pc:spChg chg="mod">
          <ac:chgData name="김수영" userId="8faba588-db46-4ece-81e5-7c459342f7ac" providerId="ADAL" clId="{524BD429-DC1B-493F-920D-39A139B75F81}" dt="2025-11-10T07:19:52.295" v="110" actId="164"/>
          <ac:spMkLst>
            <pc:docMk/>
            <pc:sldMk cId="3991173609" sldId="260"/>
            <ac:spMk id="8" creationId="{05A36974-4499-B03F-0AF8-B7EACC3B9A08}"/>
          </ac:spMkLst>
        </pc:spChg>
        <pc:spChg chg="mod">
          <ac:chgData name="김수영" userId="8faba588-db46-4ece-81e5-7c459342f7ac" providerId="ADAL" clId="{524BD429-DC1B-493F-920D-39A139B75F81}" dt="2025-11-10T07:19:52.295" v="110" actId="164"/>
          <ac:spMkLst>
            <pc:docMk/>
            <pc:sldMk cId="3991173609" sldId="260"/>
            <ac:spMk id="9" creationId="{51D15DD6-C644-A283-7792-E95A954AE9E4}"/>
          </ac:spMkLst>
        </pc:spChg>
        <pc:spChg chg="mod">
          <ac:chgData name="김수영" userId="8faba588-db46-4ece-81e5-7c459342f7ac" providerId="ADAL" clId="{524BD429-DC1B-493F-920D-39A139B75F81}" dt="2025-11-10T07:05:28.320" v="80" actId="1076"/>
          <ac:spMkLst>
            <pc:docMk/>
            <pc:sldMk cId="3991173609" sldId="260"/>
            <ac:spMk id="10" creationId="{EA4265F2-E2F6-9526-8696-0258072C9B42}"/>
          </ac:spMkLst>
        </pc:spChg>
        <pc:spChg chg="add mod">
          <ac:chgData name="김수영" userId="8faba588-db46-4ece-81e5-7c459342f7ac" providerId="ADAL" clId="{524BD429-DC1B-493F-920D-39A139B75F81}" dt="2025-11-10T07:19:50.397" v="109" actId="164"/>
          <ac:spMkLst>
            <pc:docMk/>
            <pc:sldMk cId="3991173609" sldId="260"/>
            <ac:spMk id="13" creationId="{EBA0755C-340D-F1FC-0EAB-D379EE9F20DB}"/>
          </ac:spMkLst>
        </pc:spChg>
        <pc:spChg chg="add mod">
          <ac:chgData name="김수영" userId="8faba588-db46-4ece-81e5-7c459342f7ac" providerId="ADAL" clId="{524BD429-DC1B-493F-920D-39A139B75F81}" dt="2025-11-10T07:19:50.397" v="109" actId="164"/>
          <ac:spMkLst>
            <pc:docMk/>
            <pc:sldMk cId="3991173609" sldId="260"/>
            <ac:spMk id="14" creationId="{7C849E4B-2B2E-2DAD-9B35-D404F605C6E8}"/>
          </ac:spMkLst>
        </pc:spChg>
        <pc:spChg chg="add mod">
          <ac:chgData name="김수영" userId="8faba588-db46-4ece-81e5-7c459342f7ac" providerId="ADAL" clId="{524BD429-DC1B-493F-920D-39A139B75F81}" dt="2025-11-10T07:19:50.397" v="109" actId="164"/>
          <ac:spMkLst>
            <pc:docMk/>
            <pc:sldMk cId="3991173609" sldId="260"/>
            <ac:spMk id="15" creationId="{5A0828B6-16A3-8448-6683-80041D1958B3}"/>
          </ac:spMkLst>
        </pc:spChg>
        <pc:spChg chg="add mod">
          <ac:chgData name="김수영" userId="8faba588-db46-4ece-81e5-7c459342f7ac" providerId="ADAL" clId="{524BD429-DC1B-493F-920D-39A139B75F81}" dt="2025-11-10T07:19:50.397" v="109" actId="164"/>
          <ac:spMkLst>
            <pc:docMk/>
            <pc:sldMk cId="3991173609" sldId="260"/>
            <ac:spMk id="16" creationId="{467F9772-FA13-8CBF-E223-1147FAB4D95F}"/>
          </ac:spMkLst>
        </pc:spChg>
        <pc:grpChg chg="add mod">
          <ac:chgData name="김수영" userId="8faba588-db46-4ece-81e5-7c459342f7ac" providerId="ADAL" clId="{524BD429-DC1B-493F-920D-39A139B75F81}" dt="2025-11-10T07:19:50.397" v="109" actId="164"/>
          <ac:grpSpMkLst>
            <pc:docMk/>
            <pc:sldMk cId="3991173609" sldId="260"/>
            <ac:grpSpMk id="17" creationId="{79259913-7D01-F0B9-0DC8-57A0416B96BD}"/>
          </ac:grpSpMkLst>
        </pc:grpChg>
        <pc:grpChg chg="add mod">
          <ac:chgData name="김수영" userId="8faba588-db46-4ece-81e5-7c459342f7ac" providerId="ADAL" clId="{524BD429-DC1B-493F-920D-39A139B75F81}" dt="2025-11-10T07:19:52.295" v="110" actId="164"/>
          <ac:grpSpMkLst>
            <pc:docMk/>
            <pc:sldMk cId="3991173609" sldId="260"/>
            <ac:grpSpMk id="18" creationId="{31216FC7-D013-E66D-A14B-8CFDB084E4A9}"/>
          </ac:grpSpMkLst>
        </pc:grpChg>
        <pc:graphicFrameChg chg="add mod modGraphic">
          <ac:chgData name="김수영" userId="8faba588-db46-4ece-81e5-7c459342f7ac" providerId="ADAL" clId="{524BD429-DC1B-493F-920D-39A139B75F81}" dt="2025-11-10T07:20:07.856" v="111" actId="5736"/>
          <ac:graphicFrameMkLst>
            <pc:docMk/>
            <pc:sldMk cId="3991173609" sldId="260"/>
            <ac:graphicFrameMk id="11" creationId="{C3047306-623E-C572-9878-12CE82F18CC1}"/>
          </ac:graphicFrameMkLst>
        </pc:graphicFrameChg>
        <pc:graphicFrameChg chg="add mod">
          <ac:chgData name="김수영" userId="8faba588-db46-4ece-81e5-7c459342f7ac" providerId="ADAL" clId="{524BD429-DC1B-493F-920D-39A139B75F81}" dt="2025-11-10T07:20:26.319" v="112" actId="5736"/>
          <ac:graphicFrameMkLst>
            <pc:docMk/>
            <pc:sldMk cId="3991173609" sldId="260"/>
            <ac:graphicFrameMk id="12" creationId="{875DFFDF-618D-33D2-4A9A-9B5E9B8D469E}"/>
          </ac:graphicFrameMkLst>
        </pc:graphicFrameChg>
        <pc:picChg chg="del">
          <ac:chgData name="김수영" userId="8faba588-db46-4ece-81e5-7c459342f7ac" providerId="ADAL" clId="{524BD429-DC1B-493F-920D-39A139B75F81}" dt="2025-11-10T07:05:07.615" v="15" actId="478"/>
          <ac:picMkLst>
            <pc:docMk/>
            <pc:sldMk cId="3991173609" sldId="260"/>
            <ac:picMk id="4098" creationId="{5B799E48-E3F2-0892-4861-01245339C8E9}"/>
          </ac:picMkLst>
        </pc:picChg>
        <pc:picChg chg="mod">
          <ac:chgData name="김수영" userId="8faba588-db46-4ece-81e5-7c459342f7ac" providerId="ADAL" clId="{524BD429-DC1B-493F-920D-39A139B75F81}" dt="2025-11-10T07:19:52.295" v="110" actId="164"/>
          <ac:picMkLst>
            <pc:docMk/>
            <pc:sldMk cId="3991173609" sldId="260"/>
            <ac:picMk id="4100" creationId="{1E7FC636-9702-04DF-7E8A-039F5C7177E8}"/>
          </ac:picMkLst>
        </pc:picChg>
        <pc:picChg chg="add mod">
          <ac:chgData name="김수영" userId="8faba588-db46-4ece-81e5-7c459342f7ac" providerId="ADAL" clId="{524BD429-DC1B-493F-920D-39A139B75F81}" dt="2025-11-10T07:19:50.397" v="109" actId="164"/>
          <ac:picMkLst>
            <pc:docMk/>
            <pc:sldMk cId="3991173609" sldId="260"/>
            <ac:picMk id="4102" creationId="{80D90E10-713B-4DE0-F06C-36E8697612DF}"/>
          </ac:picMkLst>
        </pc:picChg>
      </pc:sldChg>
      <pc:sldChg chg="addSp modSp mod">
        <pc:chgData name="김수영" userId="8faba588-db46-4ece-81e5-7c459342f7ac" providerId="ADAL" clId="{524BD429-DC1B-493F-920D-39A139B75F81}" dt="2025-11-10T07:20:41.174" v="114" actId="5736"/>
        <pc:sldMkLst>
          <pc:docMk/>
          <pc:sldMk cId="3503343677" sldId="261"/>
        </pc:sldMkLst>
        <pc:spChg chg="mod">
          <ac:chgData name="김수영" userId="8faba588-db46-4ece-81e5-7c459342f7ac" providerId="ADAL" clId="{524BD429-DC1B-493F-920D-39A139B75F81}" dt="2025-11-10T07:20:28.808" v="113" actId="164"/>
          <ac:spMkLst>
            <pc:docMk/>
            <pc:sldMk cId="3503343677" sldId="261"/>
            <ac:spMk id="6" creationId="{B12BACD1-D47B-9E03-ADE4-339E90EB7FD2}"/>
          </ac:spMkLst>
        </pc:spChg>
        <pc:spChg chg="mod">
          <ac:chgData name="김수영" userId="8faba588-db46-4ece-81e5-7c459342f7ac" providerId="ADAL" clId="{524BD429-DC1B-493F-920D-39A139B75F81}" dt="2025-11-10T07:20:28.808" v="113" actId="164"/>
          <ac:spMkLst>
            <pc:docMk/>
            <pc:sldMk cId="3503343677" sldId="261"/>
            <ac:spMk id="7" creationId="{1B3EC61F-97B1-C6C9-A831-48AA40B618BC}"/>
          </ac:spMkLst>
        </pc:spChg>
        <pc:spChg chg="mod">
          <ac:chgData name="김수영" userId="8faba588-db46-4ece-81e5-7c459342f7ac" providerId="ADAL" clId="{524BD429-DC1B-493F-920D-39A139B75F81}" dt="2025-11-10T07:20:28.808" v="113" actId="164"/>
          <ac:spMkLst>
            <pc:docMk/>
            <pc:sldMk cId="3503343677" sldId="261"/>
            <ac:spMk id="8" creationId="{8EB5E897-26C6-B1FB-4A94-7B62137926D3}"/>
          </ac:spMkLst>
        </pc:spChg>
        <pc:grpChg chg="add mod">
          <ac:chgData name="김수영" userId="8faba588-db46-4ece-81e5-7c459342f7ac" providerId="ADAL" clId="{524BD429-DC1B-493F-920D-39A139B75F81}" dt="2025-11-10T07:20:28.808" v="113" actId="164"/>
          <ac:grpSpMkLst>
            <pc:docMk/>
            <pc:sldMk cId="3503343677" sldId="261"/>
            <ac:grpSpMk id="3" creationId="{99C28C45-FE74-0C48-D208-A19B36ADAD47}"/>
          </ac:grpSpMkLst>
        </pc:grpChg>
        <pc:graphicFrameChg chg="add mod modGraphic">
          <ac:chgData name="김수영" userId="8faba588-db46-4ece-81e5-7c459342f7ac" providerId="ADAL" clId="{524BD429-DC1B-493F-920D-39A139B75F81}" dt="2025-11-10T07:20:41.174" v="114" actId="5736"/>
          <ac:graphicFrameMkLst>
            <pc:docMk/>
            <pc:sldMk cId="3503343677" sldId="261"/>
            <ac:graphicFrameMk id="2" creationId="{4B3332F6-2C65-E678-8FD5-C4E12C70A345}"/>
          </ac:graphicFrameMkLst>
        </pc:graphicFrameChg>
        <pc:picChg chg="mod">
          <ac:chgData name="김수영" userId="8faba588-db46-4ece-81e5-7c459342f7ac" providerId="ADAL" clId="{524BD429-DC1B-493F-920D-39A139B75F81}" dt="2025-11-10T07:20:28.808" v="113" actId="164"/>
          <ac:picMkLst>
            <pc:docMk/>
            <pc:sldMk cId="3503343677" sldId="261"/>
            <ac:picMk id="4" creationId="{4C2D1795-681B-1107-88D6-DED90B29BE83}"/>
          </ac:picMkLst>
        </pc:picChg>
      </pc:sldChg>
      <pc:sldChg chg="addSp delSp modSp new mod">
        <pc:chgData name="김수영" userId="8faba588-db46-4ece-81e5-7c459342f7ac" providerId="ADAL" clId="{524BD429-DC1B-493F-920D-39A139B75F81}" dt="2025-11-11T04:22:02.888" v="453" actId="164"/>
        <pc:sldMkLst>
          <pc:docMk/>
          <pc:sldMk cId="1898254962" sldId="262"/>
        </pc:sldMkLst>
        <pc:spChg chg="del">
          <ac:chgData name="김수영" userId="8faba588-db46-4ece-81e5-7c459342f7ac" providerId="ADAL" clId="{524BD429-DC1B-493F-920D-39A139B75F81}" dt="2025-11-11T04:06:03.807" v="116" actId="478"/>
          <ac:spMkLst>
            <pc:docMk/>
            <pc:sldMk cId="1898254962" sldId="262"/>
            <ac:spMk id="2" creationId="{346D36E8-997D-18C4-54A9-4931E3AF3C1A}"/>
          </ac:spMkLst>
        </pc:spChg>
        <pc:spChg chg="del">
          <ac:chgData name="김수영" userId="8faba588-db46-4ece-81e5-7c459342f7ac" providerId="ADAL" clId="{524BD429-DC1B-493F-920D-39A139B75F81}" dt="2025-11-11T04:06:03.807" v="116" actId="478"/>
          <ac:spMkLst>
            <pc:docMk/>
            <pc:sldMk cId="1898254962" sldId="262"/>
            <ac:spMk id="3" creationId="{BEE38604-3B44-D05D-DABE-441082E7631D}"/>
          </ac:spMkLst>
        </pc:spChg>
        <pc:spChg chg="add mod">
          <ac:chgData name="김수영" userId="8faba588-db46-4ece-81e5-7c459342f7ac" providerId="ADAL" clId="{524BD429-DC1B-493F-920D-39A139B75F81}" dt="2025-11-11T04:10:15.199" v="359" actId="164"/>
          <ac:spMkLst>
            <pc:docMk/>
            <pc:sldMk cId="1898254962" sldId="262"/>
            <ac:spMk id="8" creationId="{74ADFFEE-FCA5-189F-39E3-7B9C4BADF209}"/>
          </ac:spMkLst>
        </pc:spChg>
        <pc:spChg chg="add mod ord">
          <ac:chgData name="김수영" userId="8faba588-db46-4ece-81e5-7c459342f7ac" providerId="ADAL" clId="{524BD429-DC1B-493F-920D-39A139B75F81}" dt="2025-11-11T04:10:15.199" v="359" actId="164"/>
          <ac:spMkLst>
            <pc:docMk/>
            <pc:sldMk cId="1898254962" sldId="262"/>
            <ac:spMk id="9" creationId="{942B4439-D331-66B9-7AC7-107686475D4C}"/>
          </ac:spMkLst>
        </pc:spChg>
        <pc:spChg chg="add mod">
          <ac:chgData name="김수영" userId="8faba588-db46-4ece-81e5-7c459342f7ac" providerId="ADAL" clId="{524BD429-DC1B-493F-920D-39A139B75F81}" dt="2025-11-11T04:22:02.888" v="453" actId="164"/>
          <ac:spMkLst>
            <pc:docMk/>
            <pc:sldMk cId="1898254962" sldId="262"/>
            <ac:spMk id="11" creationId="{C5338F9B-C680-BFA6-255D-940123C3652E}"/>
          </ac:spMkLst>
        </pc:spChg>
        <pc:grpChg chg="add mod">
          <ac:chgData name="김수영" userId="8faba588-db46-4ece-81e5-7c459342f7ac" providerId="ADAL" clId="{524BD429-DC1B-493F-920D-39A139B75F81}" dt="2025-11-11T04:10:15.199" v="359" actId="164"/>
          <ac:grpSpMkLst>
            <pc:docMk/>
            <pc:sldMk cId="1898254962" sldId="262"/>
            <ac:grpSpMk id="10" creationId="{485874FC-BE67-1FCA-D6B8-159496C6D273}"/>
          </ac:grpSpMkLst>
        </pc:grpChg>
        <pc:grpChg chg="add mod">
          <ac:chgData name="김수영" userId="8faba588-db46-4ece-81e5-7c459342f7ac" providerId="ADAL" clId="{524BD429-DC1B-493F-920D-39A139B75F81}" dt="2025-11-11T04:22:02.888" v="453" actId="164"/>
          <ac:grpSpMkLst>
            <pc:docMk/>
            <pc:sldMk cId="1898254962" sldId="262"/>
            <ac:grpSpMk id="16" creationId="{8808D9AE-59A8-5EE5-F341-3C10881A675C}"/>
          </ac:grpSpMkLst>
        </pc:grpChg>
        <pc:picChg chg="add mod modCrop">
          <ac:chgData name="김수영" userId="8faba588-db46-4ece-81e5-7c459342f7ac" providerId="ADAL" clId="{524BD429-DC1B-493F-920D-39A139B75F81}" dt="2025-11-11T04:06:57.484" v="129" actId="1582"/>
          <ac:picMkLst>
            <pc:docMk/>
            <pc:sldMk cId="1898254962" sldId="262"/>
            <ac:picMk id="5" creationId="{8AEBDD18-6628-E903-C083-1374B33BAFED}"/>
          </ac:picMkLst>
        </pc:picChg>
        <pc:picChg chg="add mod">
          <ac:chgData name="김수영" userId="8faba588-db46-4ece-81e5-7c459342f7ac" providerId="ADAL" clId="{524BD429-DC1B-493F-920D-39A139B75F81}" dt="2025-11-11T04:09:09.098" v="331" actId="1076"/>
          <ac:picMkLst>
            <pc:docMk/>
            <pc:sldMk cId="1898254962" sldId="262"/>
            <ac:picMk id="7" creationId="{5B853E6B-D33B-4F55-3DDA-936456F0F56D}"/>
          </ac:picMkLst>
        </pc:picChg>
        <pc:picChg chg="add mod">
          <ac:chgData name="김수영" userId="8faba588-db46-4ece-81e5-7c459342f7ac" providerId="ADAL" clId="{524BD429-DC1B-493F-920D-39A139B75F81}" dt="2025-11-11T04:20:50.219" v="402" actId="1076"/>
          <ac:picMkLst>
            <pc:docMk/>
            <pc:sldMk cId="1898254962" sldId="262"/>
            <ac:picMk id="1026" creationId="{62FA4798-247C-72C4-6DFF-CBC47CB4154F}"/>
          </ac:picMkLst>
        </pc:picChg>
        <pc:cxnChg chg="add mod">
          <ac:chgData name="김수영" userId="8faba588-db46-4ece-81e5-7c459342f7ac" providerId="ADAL" clId="{524BD429-DC1B-493F-920D-39A139B75F81}" dt="2025-11-11T04:22:02.888" v="453" actId="164"/>
          <ac:cxnSpMkLst>
            <pc:docMk/>
            <pc:sldMk cId="1898254962" sldId="262"/>
            <ac:cxnSpMk id="13" creationId="{2396417B-2F78-DC89-26E6-6CA65E94877C}"/>
          </ac:cxnSpMkLst>
        </pc:cxnChg>
        <pc:cxnChg chg="add mod">
          <ac:chgData name="김수영" userId="8faba588-db46-4ece-81e5-7c459342f7ac" providerId="ADAL" clId="{524BD429-DC1B-493F-920D-39A139B75F81}" dt="2025-11-11T04:22:02.888" v="453" actId="164"/>
          <ac:cxnSpMkLst>
            <pc:docMk/>
            <pc:sldMk cId="1898254962" sldId="262"/>
            <ac:cxnSpMk id="14" creationId="{758B43B0-081E-1A4B-88D4-C4365D21775E}"/>
          </ac:cxnSpMkLst>
        </pc:cxnChg>
        <pc:cxnChg chg="add mod">
          <ac:chgData name="김수영" userId="8faba588-db46-4ece-81e5-7c459342f7ac" providerId="ADAL" clId="{524BD429-DC1B-493F-920D-39A139B75F81}" dt="2025-11-11T04:22:02.888" v="453" actId="164"/>
          <ac:cxnSpMkLst>
            <pc:docMk/>
            <pc:sldMk cId="1898254962" sldId="262"/>
            <ac:cxnSpMk id="15" creationId="{797568CA-695F-F90D-852B-4CFC90F9D3DD}"/>
          </ac:cxnSpMkLst>
        </pc:cxnChg>
      </pc:sldChg>
      <pc:sldChg chg="addSp delSp modSp new mod">
        <pc:chgData name="김수영" userId="8faba588-db46-4ece-81e5-7c459342f7ac" providerId="ADAL" clId="{524BD429-DC1B-493F-920D-39A139B75F81}" dt="2025-11-11T06:16:11.206" v="609" actId="113"/>
        <pc:sldMkLst>
          <pc:docMk/>
          <pc:sldMk cId="2788361832" sldId="263"/>
        </pc:sldMkLst>
        <pc:spChg chg="del">
          <ac:chgData name="김수영" userId="8faba588-db46-4ece-81e5-7c459342f7ac" providerId="ADAL" clId="{524BD429-DC1B-493F-920D-39A139B75F81}" dt="2025-11-11T05:38:29.807" v="455" actId="478"/>
          <ac:spMkLst>
            <pc:docMk/>
            <pc:sldMk cId="2788361832" sldId="263"/>
            <ac:spMk id="2" creationId="{4FF2500F-B90F-A65E-8FAC-5C5B20F273F2}"/>
          </ac:spMkLst>
        </pc:spChg>
        <pc:spChg chg="del">
          <ac:chgData name="김수영" userId="8faba588-db46-4ece-81e5-7c459342f7ac" providerId="ADAL" clId="{524BD429-DC1B-493F-920D-39A139B75F81}" dt="2025-11-11T05:38:29.807" v="455" actId="478"/>
          <ac:spMkLst>
            <pc:docMk/>
            <pc:sldMk cId="2788361832" sldId="263"/>
            <ac:spMk id="3" creationId="{14ABC171-AC87-EF60-29B5-F558E1681DF4}"/>
          </ac:spMkLst>
        </pc:spChg>
        <pc:spChg chg="add mod">
          <ac:chgData name="김수영" userId="8faba588-db46-4ece-81e5-7c459342f7ac" providerId="ADAL" clId="{524BD429-DC1B-493F-920D-39A139B75F81}" dt="2025-11-11T06:16:11.206" v="609" actId="113"/>
          <ac:spMkLst>
            <pc:docMk/>
            <pc:sldMk cId="2788361832" sldId="263"/>
            <ac:spMk id="4" creationId="{567AD7EB-C4AD-9C3A-4CA7-D7BF3C95436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F1E893-DC60-6BDD-5086-6507F807C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670F5F-4FBA-DEBB-ED7A-30AB53BB4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AD3974-8F2A-6356-6B58-191C17BE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696CDB-623F-6A01-AF2D-74C14D4A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A1781-612C-D07D-C5AC-D053F0C1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46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9825A-1B83-6710-6C65-6F64571C8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C7637D-8F20-42A5-268A-CA396BF5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60A8D2-3238-60B8-1DBD-A62C892BE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4EA1AF-B440-91C5-0F6D-0FBF91AD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036452-8349-95CC-ED02-AFDBDA75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387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8582B-3CBE-5ED4-D744-BE8E0FCE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111B9C-3648-7805-72F3-A8FBD8ADA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00A985-5C35-B55A-BA86-49B7E57C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05CBDE-F6E6-80CE-EDA3-3D9E84D0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B50C69-5CA2-38A5-2FD6-C9F13C89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816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3E076-9E9C-5250-A5EF-A40143F3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ACF681-0F06-9FF9-A251-68D3FEA6A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EEACFF-C65E-96EA-4A0D-5BA38F720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74A815-6496-2BB0-A517-7D42BD208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57068A-B226-1977-7528-6427A26A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0F0C49-8D01-82B5-7024-F5CE26A4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65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7784BB-5F2D-8109-FC00-7DD4FEA38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12EAD5-A69C-4666-A905-B415EBF24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635A34-CFC6-2D3D-16C4-8D835D31E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8C1F4A-8211-F81C-F3EE-5754A5775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530967-043E-D029-DAE5-20818C09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ABB9ED-19F4-640D-B756-98353DF37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A866EC-0FF6-EAE2-61F0-E590910F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855308F-9908-422F-E759-D7BD02D7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93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8623F-FAD7-7D06-031D-B15E5F0E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364CCD-A9AC-9EB6-8543-EB8CF9D6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D933BA-7D37-A337-55D2-188FC715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484C6D-C001-BD7E-BE28-6295D8E4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36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D019A9-9440-8B61-582B-2C129C70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73A5C-926C-70AC-78B3-905A36EC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7D4FC-15DA-89B0-D0EF-1522C5C3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72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6EA9F-CE73-5FFC-FFB7-3A7CF8CB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E2B67C-7A37-70AB-B7A4-3E480733F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C759E6-51AD-2356-A54E-33EC999A2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42D53C-20D7-84CE-5C98-3AB6EE42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A270CB-8E43-93C7-589B-49EC2C5D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86F8D5-E4DB-BBE0-0F96-268721A18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32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F0C5F-EF31-FB3C-A0C1-5397DAA3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2B1E267-8CD3-BB22-0F16-ECFC8FBD9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D8B766-8C3B-50B0-917C-61BF09CB3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D58AD1-35AC-58BF-4FB3-713DA997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83B081-7720-854C-BDE3-DF0C9FE4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5E79B4-74A9-72A8-201E-2189E49B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18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28782-D81E-C2D7-3466-F9F57495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1B0C22-6F48-2D2F-2BF7-36A63B434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DABD2-5D48-2B1C-99B5-B1614DE1D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CC7B24-2487-4072-28B4-00001970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4D68B-492B-7872-EE1B-FD918520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29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6477D2-1018-F77D-6AFA-0F0412449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047D97-AC99-4FC6-4B00-A2E91D4A5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8B0363-EFB5-353F-E23B-8F25C0DB7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9F30B1-262A-F46F-4FDD-B6020A4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DBEA80-E131-E27F-6464-29AE5F94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39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98923B-BA11-7335-A411-964C5BAD1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0CEC53-1C54-8417-E59B-6EE30F40A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8B204A-FD79-6979-D789-D433BFC95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3B41E8-4AC1-43CB-9FA2-E4C785F81F3F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539FF-1DE8-A242-C5ED-DE8390D8F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A5D3A9-6E3F-3890-83FF-E500D3E97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C10C0-37B0-4783-B2A5-7B6BE12EA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843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6EB0E5B-35ED-7C01-BC52-C75E713F4395}"/>
              </a:ext>
            </a:extLst>
          </p:cNvPr>
          <p:cNvSpPr txBox="1"/>
          <p:nvPr/>
        </p:nvSpPr>
        <p:spPr>
          <a:xfrm>
            <a:off x="6303865" y="6412890"/>
            <a:ext cx="5288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여름을 한 </a:t>
            </a:r>
            <a:r>
              <a:rPr lang="ko-KR" altLang="en-US" b="1" dirty="0">
                <a:solidFill>
                  <a:srgbClr val="FF0000"/>
                </a:solidFill>
              </a:rPr>
              <a:t>입</a:t>
            </a:r>
            <a:r>
              <a:rPr lang="ko-KR" altLang="en-US" dirty="0"/>
              <a:t> 베어 물었더니 </a:t>
            </a:r>
            <a:r>
              <a:rPr lang="en-US" altLang="ko-KR" dirty="0"/>
              <a:t>– </a:t>
            </a:r>
            <a:r>
              <a:rPr lang="ko-KR" altLang="en-US" dirty="0" err="1"/>
              <a:t>이꽃님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문학동네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F6856CE-4B48-06E1-C07B-587334FE307D}"/>
              </a:ext>
            </a:extLst>
          </p:cNvPr>
          <p:cNvGrpSpPr/>
          <p:nvPr/>
        </p:nvGrpSpPr>
        <p:grpSpPr>
          <a:xfrm>
            <a:off x="7017015" y="461561"/>
            <a:ext cx="3803333" cy="5565544"/>
            <a:chOff x="4831886" y="646227"/>
            <a:chExt cx="3803333" cy="5565544"/>
          </a:xfrm>
        </p:grpSpPr>
        <p:pic>
          <p:nvPicPr>
            <p:cNvPr id="11" name="Picture 6" descr="여름을 한 입 베어 물었더니">
              <a:extLst>
                <a:ext uri="{FF2B5EF4-FFF2-40B4-BE49-F238E27FC236}">
                  <a16:creationId xmlns:a16="http://schemas.microsoft.com/office/drawing/2014/main" id="{07961B1C-66D1-63BD-2838-7E0B7BF6E4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1886" y="646227"/>
              <a:ext cx="3803333" cy="5565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E50211D-A7FD-9D97-D9D4-FC562D05EDEA}"/>
                </a:ext>
              </a:extLst>
            </p:cNvPr>
            <p:cNvSpPr/>
            <p:nvPr/>
          </p:nvSpPr>
          <p:spPr>
            <a:xfrm>
              <a:off x="6601485" y="646227"/>
              <a:ext cx="2033734" cy="26030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A55E55F-961B-3157-2054-FF599F83D6AC}"/>
                </a:ext>
              </a:extLst>
            </p:cNvPr>
            <p:cNvSpPr/>
            <p:nvPr/>
          </p:nvSpPr>
          <p:spPr>
            <a:xfrm>
              <a:off x="4969330" y="646227"/>
              <a:ext cx="1007808" cy="3714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A4CC07B-6CBF-43D3-C6E2-C4F6FFD3F521}"/>
                </a:ext>
              </a:extLst>
            </p:cNvPr>
            <p:cNvSpPr/>
            <p:nvPr/>
          </p:nvSpPr>
          <p:spPr>
            <a:xfrm>
              <a:off x="8200102" y="5530644"/>
              <a:ext cx="376123" cy="5456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C7F299E-69FF-D584-CDEA-2D74AD21D13E}"/>
              </a:ext>
            </a:extLst>
          </p:cNvPr>
          <p:cNvGrpSpPr/>
          <p:nvPr/>
        </p:nvGrpSpPr>
        <p:grpSpPr>
          <a:xfrm>
            <a:off x="418747" y="570161"/>
            <a:ext cx="3803333" cy="5717677"/>
            <a:chOff x="418747" y="570161"/>
            <a:chExt cx="3803333" cy="5717677"/>
          </a:xfrm>
        </p:grpSpPr>
        <p:pic>
          <p:nvPicPr>
            <p:cNvPr id="16" name="Picture 2" descr="이중 하나는 거짓말">
              <a:extLst>
                <a:ext uri="{FF2B5EF4-FFF2-40B4-BE49-F238E27FC236}">
                  <a16:creationId xmlns:a16="http://schemas.microsoft.com/office/drawing/2014/main" id="{6D2812AB-AF53-D575-DBB6-DD701EAB0F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747" y="570161"/>
              <a:ext cx="3803333" cy="57176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A298D6C-67C4-DD7E-E49E-29F733D3E8E8}"/>
                </a:ext>
              </a:extLst>
            </p:cNvPr>
            <p:cNvSpPr/>
            <p:nvPr/>
          </p:nvSpPr>
          <p:spPr>
            <a:xfrm>
              <a:off x="3288890" y="825910"/>
              <a:ext cx="442452" cy="26030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0431B26-6D60-5A6A-F3F5-E71D714AEE5E}"/>
                </a:ext>
              </a:extLst>
            </p:cNvPr>
            <p:cNvSpPr/>
            <p:nvPr/>
          </p:nvSpPr>
          <p:spPr>
            <a:xfrm>
              <a:off x="840658" y="3067665"/>
              <a:ext cx="693174" cy="1032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EB015D8-F22B-334A-6C97-FA3D6D8E2860}"/>
                </a:ext>
              </a:extLst>
            </p:cNvPr>
            <p:cNvSpPr/>
            <p:nvPr/>
          </p:nvSpPr>
          <p:spPr>
            <a:xfrm>
              <a:off x="1192403" y="5412878"/>
              <a:ext cx="2241319" cy="663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9B293EB-1BFC-FE6C-5929-43CE16A8A2AC}"/>
              </a:ext>
            </a:extLst>
          </p:cNvPr>
          <p:cNvSpPr txBox="1"/>
          <p:nvPr/>
        </p:nvSpPr>
        <p:spPr>
          <a:xfrm>
            <a:off x="129614" y="6412890"/>
            <a:ext cx="4514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이중 하나는 거짓말 </a:t>
            </a:r>
            <a:r>
              <a:rPr lang="en-US" altLang="ko-KR" dirty="0"/>
              <a:t>– </a:t>
            </a:r>
            <a:r>
              <a:rPr lang="ko-KR" altLang="en-US" dirty="0"/>
              <a:t>김애란 </a:t>
            </a:r>
            <a:r>
              <a:rPr lang="en-US" altLang="ko-KR" dirty="0"/>
              <a:t>– </a:t>
            </a:r>
            <a:r>
              <a:rPr lang="ko-KR" altLang="en-US" dirty="0"/>
              <a:t>문학동</a:t>
            </a:r>
            <a:r>
              <a:rPr lang="ko-KR" altLang="en-US" b="1" dirty="0">
                <a:solidFill>
                  <a:srgbClr val="FF0000"/>
                </a:solidFill>
              </a:rPr>
              <a:t>네</a:t>
            </a:r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AAE2A99-5B7D-04ED-0EA5-965C45B46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05415"/>
              </p:ext>
            </p:extLst>
          </p:nvPr>
        </p:nvGraphicFramePr>
        <p:xfrm>
          <a:off x="4419404" y="647553"/>
          <a:ext cx="108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38467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31686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031686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015513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B208F7A-B11A-9DEE-BBB5-CD7CEB923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853603"/>
              </p:ext>
            </p:extLst>
          </p:nvPr>
        </p:nvGraphicFramePr>
        <p:xfrm>
          <a:off x="5556000" y="5618822"/>
          <a:ext cx="108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38467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31686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031686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015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67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B47076-3DFD-755F-879F-8228CF86F7BF}"/>
              </a:ext>
            </a:extLst>
          </p:cNvPr>
          <p:cNvSpPr txBox="1"/>
          <p:nvPr/>
        </p:nvSpPr>
        <p:spPr>
          <a:xfrm>
            <a:off x="469466" y="6292244"/>
            <a:ext cx="491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이처럼 사소한 것들 </a:t>
            </a:r>
            <a:r>
              <a:rPr lang="en-US" altLang="ko-KR" dirty="0"/>
              <a:t>– </a:t>
            </a:r>
            <a:r>
              <a:rPr lang="ko-KR" altLang="en-US" b="1" dirty="0" err="1">
                <a:solidFill>
                  <a:srgbClr val="FF0000"/>
                </a:solidFill>
              </a:rPr>
              <a:t>클</a:t>
            </a:r>
            <a:r>
              <a:rPr lang="ko-KR" altLang="en-US" dirty="0" err="1"/>
              <a:t>레어</a:t>
            </a:r>
            <a:r>
              <a:rPr lang="ko-KR" altLang="en-US" dirty="0"/>
              <a:t> 키건 </a:t>
            </a:r>
            <a:r>
              <a:rPr lang="en-US" altLang="ko-KR" dirty="0"/>
              <a:t>– </a:t>
            </a:r>
            <a:r>
              <a:rPr lang="ko-KR" altLang="en-US" dirty="0" err="1"/>
              <a:t>다산책방</a:t>
            </a:r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1216FC7-D013-E66D-A14B-8CFDB084E4A9}"/>
              </a:ext>
            </a:extLst>
          </p:cNvPr>
          <p:cNvGrpSpPr/>
          <p:nvPr/>
        </p:nvGrpSpPr>
        <p:grpSpPr>
          <a:xfrm>
            <a:off x="6096000" y="766437"/>
            <a:ext cx="3143250" cy="5008245"/>
            <a:chOff x="6096000" y="766437"/>
            <a:chExt cx="3143250" cy="5008245"/>
          </a:xfrm>
        </p:grpSpPr>
        <p:pic>
          <p:nvPicPr>
            <p:cNvPr id="4100" name="Picture 4" descr="노르웨이로 도망쳐 버렸다">
              <a:extLst>
                <a:ext uri="{FF2B5EF4-FFF2-40B4-BE49-F238E27FC236}">
                  <a16:creationId xmlns:a16="http://schemas.microsoft.com/office/drawing/2014/main" id="{1E7FC636-9702-04DF-7E8A-039F5C7177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766437"/>
              <a:ext cx="3143250" cy="5008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FAA8871-1DAA-B801-402C-EA6C7B963FB8}"/>
                </a:ext>
              </a:extLst>
            </p:cNvPr>
            <p:cNvSpPr/>
            <p:nvPr/>
          </p:nvSpPr>
          <p:spPr>
            <a:xfrm>
              <a:off x="6270715" y="889826"/>
              <a:ext cx="595581" cy="5894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A36974-4499-B03F-0AF8-B7EACC3B9A08}"/>
                </a:ext>
              </a:extLst>
            </p:cNvPr>
            <p:cNvSpPr/>
            <p:nvPr/>
          </p:nvSpPr>
          <p:spPr>
            <a:xfrm>
              <a:off x="8665598" y="5220927"/>
              <a:ext cx="447368" cy="4031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1D15DD6-C644-A283-7792-E95A954AE9E4}"/>
                </a:ext>
              </a:extLst>
            </p:cNvPr>
            <p:cNvSpPr/>
            <p:nvPr/>
          </p:nvSpPr>
          <p:spPr>
            <a:xfrm>
              <a:off x="6241949" y="5274605"/>
              <a:ext cx="801328" cy="4031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4265F2-E2F6-9526-8696-0258072C9B42}"/>
              </a:ext>
            </a:extLst>
          </p:cNvPr>
          <p:cNvSpPr txBox="1"/>
          <p:nvPr/>
        </p:nvSpPr>
        <p:spPr>
          <a:xfrm>
            <a:off x="5637430" y="6292244"/>
            <a:ext cx="6503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노르웨이</a:t>
            </a:r>
            <a:r>
              <a:rPr lang="ko-KR" altLang="en-US" b="1" dirty="0">
                <a:solidFill>
                  <a:srgbClr val="FF0000"/>
                </a:solidFill>
              </a:rPr>
              <a:t>로</a:t>
            </a:r>
            <a:r>
              <a:rPr lang="ko-KR" altLang="en-US" dirty="0"/>
              <a:t> 도망쳐 버렸다 </a:t>
            </a:r>
            <a:r>
              <a:rPr lang="en-US" altLang="ko-KR" dirty="0"/>
              <a:t>– </a:t>
            </a:r>
            <a:r>
              <a:rPr lang="ko-KR" altLang="en-US" dirty="0" err="1"/>
              <a:t>윤나리</a:t>
            </a:r>
            <a:r>
              <a:rPr lang="en-US" altLang="ko-KR" dirty="0"/>
              <a:t>,</a:t>
            </a:r>
            <a:r>
              <a:rPr lang="ko-KR" altLang="en-US" dirty="0"/>
              <a:t>조성형 </a:t>
            </a:r>
            <a:r>
              <a:rPr lang="en-US" altLang="ko-KR" dirty="0"/>
              <a:t>– </a:t>
            </a:r>
            <a:r>
              <a:rPr lang="ko-KR" altLang="en-US" dirty="0" err="1"/>
              <a:t>에이치비프레스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3047306-623E-C572-9878-12CE82F18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903460"/>
              </p:ext>
            </p:extLst>
          </p:nvPr>
        </p:nvGraphicFramePr>
        <p:xfrm>
          <a:off x="4336544" y="583557"/>
          <a:ext cx="108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38467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31686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031686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015513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75DFFDF-618D-33D2-4A9A-9B5E9B8D4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823083"/>
              </p:ext>
            </p:extLst>
          </p:nvPr>
        </p:nvGraphicFramePr>
        <p:xfrm>
          <a:off x="9885727" y="889826"/>
          <a:ext cx="108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38467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31686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031686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015513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79259913-7D01-F0B9-0DC8-57A0416B96BD}"/>
              </a:ext>
            </a:extLst>
          </p:cNvPr>
          <p:cNvGrpSpPr/>
          <p:nvPr/>
        </p:nvGrpSpPr>
        <p:grpSpPr>
          <a:xfrm>
            <a:off x="277447" y="487787"/>
            <a:ext cx="3803333" cy="5565544"/>
            <a:chOff x="277447" y="487787"/>
            <a:chExt cx="3803333" cy="5565544"/>
          </a:xfrm>
        </p:grpSpPr>
        <p:pic>
          <p:nvPicPr>
            <p:cNvPr id="4102" name="Picture 6" descr="이처럼 사소한 것들">
              <a:extLst>
                <a:ext uri="{FF2B5EF4-FFF2-40B4-BE49-F238E27FC236}">
                  <a16:creationId xmlns:a16="http://schemas.microsoft.com/office/drawing/2014/main" id="{80D90E10-713B-4DE0-F06C-36E8697612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447" y="487787"/>
              <a:ext cx="3803333" cy="5565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BA0755C-340D-F1FC-0EAB-D379EE9F20DB}"/>
                </a:ext>
              </a:extLst>
            </p:cNvPr>
            <p:cNvSpPr/>
            <p:nvPr/>
          </p:nvSpPr>
          <p:spPr>
            <a:xfrm>
              <a:off x="1098947" y="804668"/>
              <a:ext cx="2130950" cy="6745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C849E4B-2B2E-2DAD-9B35-D404F605C6E8}"/>
                </a:ext>
              </a:extLst>
            </p:cNvPr>
            <p:cNvSpPr/>
            <p:nvPr/>
          </p:nvSpPr>
          <p:spPr>
            <a:xfrm>
              <a:off x="469466" y="2018952"/>
              <a:ext cx="975876" cy="252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A0828B6-16A3-8448-6683-80041D1958B3}"/>
                </a:ext>
              </a:extLst>
            </p:cNvPr>
            <p:cNvSpPr/>
            <p:nvPr/>
          </p:nvSpPr>
          <p:spPr>
            <a:xfrm>
              <a:off x="469465" y="5094776"/>
              <a:ext cx="3430561" cy="8340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67F9772-FA13-8CBF-E223-1147FAB4D95F}"/>
                </a:ext>
              </a:extLst>
            </p:cNvPr>
            <p:cNvSpPr/>
            <p:nvPr/>
          </p:nvSpPr>
          <p:spPr>
            <a:xfrm>
              <a:off x="449141" y="3218491"/>
              <a:ext cx="3430561" cy="1099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1173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B8BF3-0660-525E-D7EC-3AAEFFC4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7071B6-6065-3DAB-5486-4951DC0C2EE6}"/>
              </a:ext>
            </a:extLst>
          </p:cNvPr>
          <p:cNvSpPr txBox="1"/>
          <p:nvPr/>
        </p:nvSpPr>
        <p:spPr>
          <a:xfrm>
            <a:off x="469466" y="6292244"/>
            <a:ext cx="406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네</a:t>
            </a:r>
            <a:r>
              <a:rPr lang="ko-KR" altLang="en-US" b="1" dirty="0" err="1">
                <a:solidFill>
                  <a:srgbClr val="FF0000"/>
                </a:solidFill>
              </a:rPr>
              <a:t>버</a:t>
            </a:r>
            <a:r>
              <a:rPr lang="ko-KR" altLang="en-US" dirty="0" err="1"/>
              <a:t>라이</a:t>
            </a:r>
            <a:r>
              <a:rPr lang="en-US" altLang="ko-KR" dirty="0"/>
              <a:t> – </a:t>
            </a:r>
            <a:r>
              <a:rPr lang="ko-KR" altLang="en-US" dirty="0"/>
              <a:t>프리다</a:t>
            </a:r>
            <a:r>
              <a:rPr lang="en-US" altLang="ko-KR" dirty="0"/>
              <a:t> </a:t>
            </a:r>
            <a:r>
              <a:rPr lang="ko-KR" altLang="en-US" dirty="0" err="1"/>
              <a:t>맥파든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밝은세상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9C28C45-FE74-0C48-D208-A19B36ADAD47}"/>
              </a:ext>
            </a:extLst>
          </p:cNvPr>
          <p:cNvGrpSpPr/>
          <p:nvPr/>
        </p:nvGrpSpPr>
        <p:grpSpPr>
          <a:xfrm>
            <a:off x="728464" y="252035"/>
            <a:ext cx="3803333" cy="5704999"/>
            <a:chOff x="728464" y="252035"/>
            <a:chExt cx="3803333" cy="5704999"/>
          </a:xfrm>
        </p:grpSpPr>
        <p:pic>
          <p:nvPicPr>
            <p:cNvPr id="4" name="Picture 4" descr="네버 라이">
              <a:extLst>
                <a:ext uri="{FF2B5EF4-FFF2-40B4-BE49-F238E27FC236}">
                  <a16:creationId xmlns:a16="http://schemas.microsoft.com/office/drawing/2014/main" id="{4C2D1795-681B-1107-88D6-DED90B29BE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464" y="252035"/>
              <a:ext cx="3803333" cy="5704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12BACD1-D47B-9E03-ADE4-339E90EB7FD2}"/>
                </a:ext>
              </a:extLst>
            </p:cNvPr>
            <p:cNvSpPr/>
            <p:nvPr/>
          </p:nvSpPr>
          <p:spPr>
            <a:xfrm>
              <a:off x="920379" y="295597"/>
              <a:ext cx="3459891" cy="12087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B3EC61F-97B1-C6C9-A831-48AA40B618BC}"/>
                </a:ext>
              </a:extLst>
            </p:cNvPr>
            <p:cNvSpPr/>
            <p:nvPr/>
          </p:nvSpPr>
          <p:spPr>
            <a:xfrm>
              <a:off x="3392129" y="1561207"/>
              <a:ext cx="988141" cy="324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EB5E897-26C6-B1FB-4A94-7B62137926D3}"/>
                </a:ext>
              </a:extLst>
            </p:cNvPr>
            <p:cNvSpPr/>
            <p:nvPr/>
          </p:nvSpPr>
          <p:spPr>
            <a:xfrm>
              <a:off x="940965" y="5602236"/>
              <a:ext cx="475496" cy="209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B3332F6-2C65-E678-8FD5-C4E12C70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8620"/>
              </p:ext>
            </p:extLst>
          </p:nvPr>
        </p:nvGraphicFramePr>
        <p:xfrm>
          <a:off x="4723712" y="418715"/>
          <a:ext cx="108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38467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31686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0316862"/>
                    </a:ext>
                  </a:extLst>
                </a:gridCol>
              </a:tblGrid>
              <a:tr h="242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015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34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AEBDD18-6628-E903-C083-1374B33BA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7" t="33234" r="1269" b="35496"/>
          <a:stretch>
            <a:fillRect/>
          </a:stretch>
        </p:blipFill>
        <p:spPr>
          <a:xfrm>
            <a:off x="648930" y="752167"/>
            <a:ext cx="3834580" cy="1224117"/>
          </a:xfrm>
          <a:prstGeom prst="rect">
            <a:avLst/>
          </a:prstGeom>
          <a:ln w="12700">
            <a:solidFill>
              <a:srgbClr val="273D53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B853E6B-D33B-4F55-3DDA-936456F0F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671" y="2956964"/>
            <a:ext cx="3203812" cy="3606068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485874FC-BE67-1FCA-D6B8-159496C6D273}"/>
              </a:ext>
            </a:extLst>
          </p:cNvPr>
          <p:cNvGrpSpPr/>
          <p:nvPr/>
        </p:nvGrpSpPr>
        <p:grpSpPr>
          <a:xfrm>
            <a:off x="6870262" y="451874"/>
            <a:ext cx="4399209" cy="1824699"/>
            <a:chOff x="6870262" y="451874"/>
            <a:chExt cx="4399209" cy="1824699"/>
          </a:xfrm>
        </p:grpSpPr>
        <p:sp>
          <p:nvSpPr>
            <p:cNvPr id="9" name="구름 8">
              <a:extLst>
                <a:ext uri="{FF2B5EF4-FFF2-40B4-BE49-F238E27FC236}">
                  <a16:creationId xmlns:a16="http://schemas.microsoft.com/office/drawing/2014/main" id="{942B4439-D331-66B9-7AC7-107686475D4C}"/>
                </a:ext>
              </a:extLst>
            </p:cNvPr>
            <p:cNvSpPr/>
            <p:nvPr/>
          </p:nvSpPr>
          <p:spPr>
            <a:xfrm>
              <a:off x="6870262" y="451874"/>
              <a:ext cx="4399209" cy="1824699"/>
            </a:xfrm>
            <a:prstGeom prst="cloud">
              <a:avLst/>
            </a:prstGeom>
            <a:solidFill>
              <a:schemeClr val="bg1"/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ADFFEE-FCA5-189F-39E3-7B9C4BADF209}"/>
                </a:ext>
              </a:extLst>
            </p:cNvPr>
            <p:cNvSpPr txBox="1"/>
            <p:nvPr/>
          </p:nvSpPr>
          <p:spPr>
            <a:xfrm>
              <a:off x="7580671" y="922533"/>
              <a:ext cx="2771913" cy="883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어제가 내일이었으면 좋겠다</a:t>
              </a:r>
              <a:r>
                <a:rPr lang="en-US" altLang="ko-KR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그럼 오늘이 금요일일 텐데</a:t>
              </a:r>
              <a:r>
                <a:rPr lang="en-US" altLang="ko-KR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..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FA4798-247C-72C4-6DFF-CBC47CB41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936" y="4206764"/>
            <a:ext cx="2275064" cy="227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8808D9AE-59A8-5EE5-F341-3C10881A675C}"/>
              </a:ext>
            </a:extLst>
          </p:cNvPr>
          <p:cNvGrpSpPr/>
          <p:nvPr/>
        </p:nvGrpSpPr>
        <p:grpSpPr>
          <a:xfrm>
            <a:off x="1392277" y="3429000"/>
            <a:ext cx="2050561" cy="482633"/>
            <a:chOff x="1392277" y="3429000"/>
            <a:chExt cx="2050561" cy="48263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338F9B-C680-BFA6-255D-940123C3652E}"/>
                </a:ext>
              </a:extLst>
            </p:cNvPr>
            <p:cNvSpPr txBox="1"/>
            <p:nvPr/>
          </p:nvSpPr>
          <p:spPr>
            <a:xfrm>
              <a:off x="1392277" y="3429000"/>
              <a:ext cx="2050561" cy="467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_ e _ e _ e _ e _ e _</a:t>
              </a: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396417B-2F78-DC89-26E6-6CA65E94877C}"/>
                </a:ext>
              </a:extLst>
            </p:cNvPr>
            <p:cNvCxnSpPr>
              <a:cxnSpLocks/>
            </p:cNvCxnSpPr>
            <p:nvPr/>
          </p:nvCxnSpPr>
          <p:spPr>
            <a:xfrm>
              <a:off x="1432097" y="3911633"/>
              <a:ext cx="632706" cy="0"/>
            </a:xfrm>
            <a:prstGeom prst="line">
              <a:avLst/>
            </a:prstGeom>
            <a:ln>
              <a:solidFill>
                <a:srgbClr val="FF6D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58B43B0-081E-1A4B-88D4-C4365D21775E}"/>
                </a:ext>
              </a:extLst>
            </p:cNvPr>
            <p:cNvCxnSpPr>
              <a:cxnSpLocks/>
            </p:cNvCxnSpPr>
            <p:nvPr/>
          </p:nvCxnSpPr>
          <p:spPr>
            <a:xfrm>
              <a:off x="2091227" y="3911633"/>
              <a:ext cx="632706" cy="0"/>
            </a:xfrm>
            <a:prstGeom prst="line">
              <a:avLst/>
            </a:prstGeom>
            <a:ln>
              <a:solidFill>
                <a:srgbClr val="EB0F2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797568CA-695F-F90D-852B-4CFC90F9D3DD}"/>
                </a:ext>
              </a:extLst>
            </p:cNvPr>
            <p:cNvCxnSpPr>
              <a:cxnSpLocks/>
            </p:cNvCxnSpPr>
            <p:nvPr/>
          </p:nvCxnSpPr>
          <p:spPr>
            <a:xfrm>
              <a:off x="2750357" y="3911633"/>
              <a:ext cx="632706" cy="0"/>
            </a:xfrm>
            <a:prstGeom prst="line">
              <a:avLst/>
            </a:prstGeom>
            <a:ln>
              <a:solidFill>
                <a:srgbClr val="106F4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8254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7AD7EB-C4AD-9C3A-4CA7-D7BF3C954369}"/>
              </a:ext>
            </a:extLst>
          </p:cNvPr>
          <p:cNvSpPr txBox="1"/>
          <p:nvPr/>
        </p:nvSpPr>
        <p:spPr>
          <a:xfrm>
            <a:off x="825909" y="943896"/>
            <a:ext cx="5772734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eriod"/>
            </a:pPr>
            <a:r>
              <a:rPr lang="ko-KR" altLang="en-US" dirty="0"/>
              <a:t>걸음마다 마음이 차분해지는 </a:t>
            </a:r>
            <a:r>
              <a:rPr lang="ko-KR" altLang="en-US" b="1" dirty="0"/>
              <a:t>산티아고 순례길</a:t>
            </a:r>
            <a:endParaRPr lang="en-US" altLang="ko-KR" b="1" dirty="0"/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ko-KR" altLang="en-US" dirty="0"/>
              <a:t>예술과 낭만이 일상처럼 흐르는 </a:t>
            </a:r>
            <a:r>
              <a:rPr lang="ko-KR" altLang="en-US" b="1" dirty="0"/>
              <a:t>파리</a:t>
            </a:r>
            <a:endParaRPr lang="en-US" altLang="ko-KR" b="1" dirty="0"/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ko-KR" altLang="en-US" dirty="0"/>
              <a:t>화려한 도시의 에너지로 가득한 세계의 중심</a:t>
            </a:r>
            <a:r>
              <a:rPr lang="en-US" altLang="ko-KR" dirty="0"/>
              <a:t>, </a:t>
            </a:r>
            <a:r>
              <a:rPr lang="ko-KR" altLang="en-US" b="1" dirty="0"/>
              <a:t>뉴욕</a:t>
            </a:r>
            <a:endParaRPr lang="en-US" altLang="ko-KR" b="1" dirty="0"/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ko-KR" altLang="en-US" dirty="0"/>
              <a:t>바다와 바람이 마음을 편안히 풀어주는 </a:t>
            </a:r>
            <a:r>
              <a:rPr lang="ko-KR" altLang="en-US" b="1" dirty="0"/>
              <a:t>제주도</a:t>
            </a:r>
            <a:endParaRPr lang="ko-KR" altLang="en-US" b="1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8361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88</Words>
  <Application>Microsoft Office PowerPoint</Application>
  <PresentationFormat>와이드스크린</PresentationFormat>
  <Paragraphs>17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나눔스퀘어_ac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김수영</dc:creator>
  <cp:lastModifiedBy>김수영</cp:lastModifiedBy>
  <cp:revision>1</cp:revision>
  <dcterms:created xsi:type="dcterms:W3CDTF">2025-11-10T06:07:20Z</dcterms:created>
  <dcterms:modified xsi:type="dcterms:W3CDTF">2025-11-11T06:16:16Z</dcterms:modified>
</cp:coreProperties>
</file>